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8" r:id="rId4"/>
    <p:sldMasterId id="214748371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embeddedFontLst>
    <p:embeddedFont>
      <p:font typeface="DM Sans Medium"/>
      <p:regular r:id="rId15"/>
      <p:bold r:id="rId16"/>
      <p:italic r:id="rId17"/>
      <p:boldItalic r:id="rId18"/>
    </p:embeddedFont>
    <p:embeddedFont>
      <p:font typeface="Della Respira"/>
      <p:regular r:id="rId19"/>
    </p:embeddedFont>
    <p:embeddedFont>
      <p:font typeface="DM Sans Ligh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DMSansLight-regular.fntdata"/><Relationship Id="rId22" Type="http://schemas.openxmlformats.org/officeDocument/2006/relationships/font" Target="fonts/DMSansLight-italic.fntdata"/><Relationship Id="rId21" Type="http://schemas.openxmlformats.org/officeDocument/2006/relationships/font" Target="fonts/DMSansLigh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Light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DMSansMedium-regular.fntdata"/><Relationship Id="rId14" Type="http://schemas.openxmlformats.org/officeDocument/2006/relationships/slide" Target="slides/slide8.xml"/><Relationship Id="rId17" Type="http://schemas.openxmlformats.org/officeDocument/2006/relationships/font" Target="fonts/DMSansMedium-italic.fntdata"/><Relationship Id="rId16" Type="http://schemas.openxmlformats.org/officeDocument/2006/relationships/font" Target="fonts/DMSansMedium-bold.fntdata"/><Relationship Id="rId19" Type="http://schemas.openxmlformats.org/officeDocument/2006/relationships/font" Target="fonts/DellaRespira-regular.fntdata"/><Relationship Id="rId18" Type="http://schemas.openxmlformats.org/officeDocument/2006/relationships/font" Target="fonts/DM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3a4e79b3f_1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3a4e79b3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3a4e79b3f_1_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3a4e79b3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3a4e79b3f_1_1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3a4e79b3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3a4e79b3f_1_63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b3a4e79b3f_1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3a4e79b3f_1_66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b3a4e79b3f_1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3a4e79b3f_1_65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b3a4e79b3f_1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3a4e79b3f_1_64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3a4e79b3f_1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3a4e79b3f_1_6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b3a4e79b3f_1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274950" y="379700"/>
            <a:ext cx="8598900" cy="3305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274950" y="3967780"/>
            <a:ext cx="4201200" cy="175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74950" y="6002302"/>
            <a:ext cx="8598900" cy="4761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74725" y="417018"/>
            <a:ext cx="8598900" cy="33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74725" y="3961467"/>
            <a:ext cx="4213200" cy="17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subTitle"/>
          </p:nvPr>
        </p:nvSpPr>
        <p:spPr>
          <a:xfrm>
            <a:off x="279625" y="6012100"/>
            <a:ext cx="8598900" cy="4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274950" y="1757733"/>
            <a:ext cx="8598900" cy="3305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274725" y="1795051"/>
            <a:ext cx="8598900" cy="33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>
            <p:ph idx="2" type="pic"/>
          </p:nvPr>
        </p:nvSpPr>
        <p:spPr>
          <a:xfrm>
            <a:off x="4676850" y="1789667"/>
            <a:ext cx="4201200" cy="46809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6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74950" y="1797500"/>
            <a:ext cx="4201200" cy="46809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96350" y="2125200"/>
            <a:ext cx="3754200" cy="3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99" name="Google Shape;99;p16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>
            <p:ph idx="2" type="pic"/>
          </p:nvPr>
        </p:nvSpPr>
        <p:spPr>
          <a:xfrm>
            <a:off x="383625" y="1771833"/>
            <a:ext cx="1789200" cy="30372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7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275100" y="5054600"/>
            <a:ext cx="1998300" cy="4653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4" name="Google Shape;104;p17"/>
          <p:cNvSpPr/>
          <p:nvPr/>
        </p:nvSpPr>
        <p:spPr>
          <a:xfrm>
            <a:off x="275100" y="5668935"/>
            <a:ext cx="1998300" cy="8091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477850" y="5668935"/>
            <a:ext cx="1998300" cy="8091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672725" y="5668935"/>
            <a:ext cx="1998300" cy="8091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875475" y="5668935"/>
            <a:ext cx="1998300" cy="8091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477850" y="5054600"/>
            <a:ext cx="1998300" cy="4653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9" name="Google Shape;109;p17"/>
          <p:cNvSpPr/>
          <p:nvPr/>
        </p:nvSpPr>
        <p:spPr>
          <a:xfrm>
            <a:off x="4676663" y="5054600"/>
            <a:ext cx="1998300" cy="4653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10" name="Google Shape;110;p17"/>
          <p:cNvSpPr/>
          <p:nvPr/>
        </p:nvSpPr>
        <p:spPr>
          <a:xfrm>
            <a:off x="6875475" y="5054600"/>
            <a:ext cx="1998300" cy="4653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274950" y="5054800"/>
            <a:ext cx="19983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3" type="subTitle"/>
          </p:nvPr>
        </p:nvSpPr>
        <p:spPr>
          <a:xfrm>
            <a:off x="2475813" y="5054800"/>
            <a:ext cx="19983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4" type="subTitle"/>
          </p:nvPr>
        </p:nvSpPr>
        <p:spPr>
          <a:xfrm>
            <a:off x="4675638" y="5054800"/>
            <a:ext cx="19983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5" type="subTitle"/>
          </p:nvPr>
        </p:nvSpPr>
        <p:spPr>
          <a:xfrm>
            <a:off x="6875488" y="5054800"/>
            <a:ext cx="19983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16" name="Google Shape;116;p17"/>
          <p:cNvSpPr txBox="1"/>
          <p:nvPr>
            <p:ph idx="6" type="subTitle"/>
          </p:nvPr>
        </p:nvSpPr>
        <p:spPr>
          <a:xfrm>
            <a:off x="274950" y="5668933"/>
            <a:ext cx="19983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117" name="Google Shape;117;p17"/>
          <p:cNvSpPr txBox="1"/>
          <p:nvPr>
            <p:ph idx="7" type="subTitle"/>
          </p:nvPr>
        </p:nvSpPr>
        <p:spPr>
          <a:xfrm>
            <a:off x="2477850" y="5668933"/>
            <a:ext cx="19983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118" name="Google Shape;118;p17"/>
          <p:cNvSpPr txBox="1"/>
          <p:nvPr>
            <p:ph idx="8" type="subTitle"/>
          </p:nvPr>
        </p:nvSpPr>
        <p:spPr>
          <a:xfrm>
            <a:off x="4676663" y="5668933"/>
            <a:ext cx="19983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119" name="Google Shape;119;p17"/>
          <p:cNvSpPr txBox="1"/>
          <p:nvPr>
            <p:ph idx="9" type="subTitle"/>
          </p:nvPr>
        </p:nvSpPr>
        <p:spPr>
          <a:xfrm>
            <a:off x="6867588" y="5668933"/>
            <a:ext cx="19983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120" name="Google Shape;120;p17"/>
          <p:cNvSpPr/>
          <p:nvPr>
            <p:ph idx="13" type="pic"/>
          </p:nvPr>
        </p:nvSpPr>
        <p:spPr>
          <a:xfrm>
            <a:off x="2579800" y="1771833"/>
            <a:ext cx="1789200" cy="30372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7"/>
          <p:cNvSpPr/>
          <p:nvPr>
            <p:ph idx="14" type="pic"/>
          </p:nvPr>
        </p:nvSpPr>
        <p:spPr>
          <a:xfrm>
            <a:off x="4775975" y="1771833"/>
            <a:ext cx="1789200" cy="30372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7"/>
          <p:cNvSpPr/>
          <p:nvPr>
            <p:ph idx="15" type="pic"/>
          </p:nvPr>
        </p:nvSpPr>
        <p:spPr>
          <a:xfrm>
            <a:off x="6972150" y="1771833"/>
            <a:ext cx="1789200" cy="30372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1655875" y="1797500"/>
            <a:ext cx="7218000" cy="724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655875" y="2800492"/>
            <a:ext cx="7218000" cy="724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655875" y="3782700"/>
            <a:ext cx="7218000" cy="724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1655875" y="4764892"/>
            <a:ext cx="7218000" cy="724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655875" y="5754033"/>
            <a:ext cx="7218000" cy="724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74950" y="1797433"/>
            <a:ext cx="11979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31" name="Google Shape;131;p18"/>
          <p:cNvSpPr/>
          <p:nvPr/>
        </p:nvSpPr>
        <p:spPr>
          <a:xfrm>
            <a:off x="274950" y="2790067"/>
            <a:ext cx="11979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32" name="Google Shape;132;p18"/>
          <p:cNvSpPr/>
          <p:nvPr/>
        </p:nvSpPr>
        <p:spPr>
          <a:xfrm>
            <a:off x="274950" y="3782700"/>
            <a:ext cx="11979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33" name="Google Shape;133;p18"/>
          <p:cNvSpPr/>
          <p:nvPr/>
        </p:nvSpPr>
        <p:spPr>
          <a:xfrm>
            <a:off x="274950" y="4764900"/>
            <a:ext cx="11979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34" name="Google Shape;134;p18"/>
          <p:cNvSpPr/>
          <p:nvPr/>
        </p:nvSpPr>
        <p:spPr>
          <a:xfrm>
            <a:off x="274950" y="5747100"/>
            <a:ext cx="11979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6" name="Google Shape;136;p18"/>
          <p:cNvSpPr txBox="1"/>
          <p:nvPr>
            <p:ph idx="1" type="subTitle"/>
          </p:nvPr>
        </p:nvSpPr>
        <p:spPr>
          <a:xfrm>
            <a:off x="1655875" y="1797433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2" type="subTitle"/>
          </p:nvPr>
        </p:nvSpPr>
        <p:spPr>
          <a:xfrm>
            <a:off x="1655875" y="2790067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1655875" y="3782700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4" type="subTitle"/>
          </p:nvPr>
        </p:nvSpPr>
        <p:spPr>
          <a:xfrm>
            <a:off x="1655875" y="4768367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5" type="subTitle"/>
          </p:nvPr>
        </p:nvSpPr>
        <p:spPr>
          <a:xfrm>
            <a:off x="1655875" y="5754033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6" type="subTitle"/>
          </p:nvPr>
        </p:nvSpPr>
        <p:spPr>
          <a:xfrm flipH="1">
            <a:off x="91975" y="182539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7" type="subTitle"/>
          </p:nvPr>
        </p:nvSpPr>
        <p:spPr>
          <a:xfrm flipH="1">
            <a:off x="91975" y="2818063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8" type="subTitle"/>
          </p:nvPr>
        </p:nvSpPr>
        <p:spPr>
          <a:xfrm flipH="1">
            <a:off x="91975" y="380544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44" name="Google Shape;144;p18"/>
          <p:cNvSpPr txBox="1"/>
          <p:nvPr>
            <p:ph idx="9" type="subTitle"/>
          </p:nvPr>
        </p:nvSpPr>
        <p:spPr>
          <a:xfrm flipH="1">
            <a:off x="91975" y="479024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idx="13" type="subTitle"/>
          </p:nvPr>
        </p:nvSpPr>
        <p:spPr>
          <a:xfrm flipH="1">
            <a:off x="91975" y="5781980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>
            <p:ph idx="2" type="pic"/>
          </p:nvPr>
        </p:nvSpPr>
        <p:spPr>
          <a:xfrm>
            <a:off x="4676850" y="372067"/>
            <a:ext cx="4201200" cy="60984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9"/>
          <p:cNvSpPr/>
          <p:nvPr/>
        </p:nvSpPr>
        <p:spPr>
          <a:xfrm>
            <a:off x="274950" y="1553300"/>
            <a:ext cx="4201200" cy="49248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510325" y="1882867"/>
            <a:ext cx="3733200" cy="4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0" name="Google Shape;150;p19"/>
          <p:cNvSpPr/>
          <p:nvPr/>
        </p:nvSpPr>
        <p:spPr>
          <a:xfrm>
            <a:off x="274950" y="379700"/>
            <a:ext cx="4201200" cy="9393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272650" y="436167"/>
            <a:ext cx="4201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52" name="Google Shape;152;p19"/>
          <p:cNvSpPr/>
          <p:nvPr/>
        </p:nvSpPr>
        <p:spPr>
          <a:xfrm>
            <a:off x="8008325" y="146433"/>
            <a:ext cx="1018200" cy="52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3" name="Google Shape;153;p19"/>
          <p:cNvSpPr txBox="1"/>
          <p:nvPr>
            <p:ph idx="3" type="subTitle"/>
          </p:nvPr>
        </p:nvSpPr>
        <p:spPr>
          <a:xfrm>
            <a:off x="8008325" y="146433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>
            <p:ph idx="2" type="pic"/>
          </p:nvPr>
        </p:nvSpPr>
        <p:spPr>
          <a:xfrm>
            <a:off x="6781525" y="372067"/>
            <a:ext cx="2096400" cy="60984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20"/>
          <p:cNvSpPr/>
          <p:nvPr/>
        </p:nvSpPr>
        <p:spPr>
          <a:xfrm>
            <a:off x="274950" y="1553300"/>
            <a:ext cx="6304500" cy="49248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552284" y="1781267"/>
            <a:ext cx="5739600" cy="4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8" name="Google Shape;158;p20"/>
          <p:cNvSpPr/>
          <p:nvPr/>
        </p:nvSpPr>
        <p:spPr>
          <a:xfrm>
            <a:off x="274950" y="379700"/>
            <a:ext cx="3417900" cy="9393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272650" y="436167"/>
            <a:ext cx="34179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60" name="Google Shape;160;p20"/>
          <p:cNvSpPr/>
          <p:nvPr/>
        </p:nvSpPr>
        <p:spPr>
          <a:xfrm>
            <a:off x="3890600" y="379700"/>
            <a:ext cx="2688900" cy="939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61" name="Google Shape;161;p20"/>
          <p:cNvSpPr txBox="1"/>
          <p:nvPr>
            <p:ph idx="3" type="subTitle"/>
          </p:nvPr>
        </p:nvSpPr>
        <p:spPr>
          <a:xfrm>
            <a:off x="3890675" y="379700"/>
            <a:ext cx="26889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274950" y="1553300"/>
            <a:ext cx="8598900" cy="49248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552275" y="1873533"/>
            <a:ext cx="8060400" cy="42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5" name="Google Shape;165;p21"/>
          <p:cNvSpPr/>
          <p:nvPr/>
        </p:nvSpPr>
        <p:spPr>
          <a:xfrm>
            <a:off x="274950" y="379700"/>
            <a:ext cx="5719200" cy="9393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66" name="Google Shape;166;p21"/>
          <p:cNvSpPr/>
          <p:nvPr/>
        </p:nvSpPr>
        <p:spPr>
          <a:xfrm>
            <a:off x="6184900" y="379700"/>
            <a:ext cx="2688900" cy="93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67" name="Google Shape;167;p21"/>
          <p:cNvSpPr txBox="1"/>
          <p:nvPr>
            <p:ph type="title"/>
          </p:nvPr>
        </p:nvSpPr>
        <p:spPr>
          <a:xfrm>
            <a:off x="272650" y="436167"/>
            <a:ext cx="5719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68" name="Google Shape;168;p21"/>
          <p:cNvSpPr/>
          <p:nvPr/>
        </p:nvSpPr>
        <p:spPr>
          <a:xfrm>
            <a:off x="109155" y="146433"/>
            <a:ext cx="1018200" cy="527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21"/>
          <p:cNvSpPr txBox="1"/>
          <p:nvPr>
            <p:ph idx="2" type="subTitle"/>
          </p:nvPr>
        </p:nvSpPr>
        <p:spPr>
          <a:xfrm>
            <a:off x="109150" y="146433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3" type="subTitle"/>
          </p:nvPr>
        </p:nvSpPr>
        <p:spPr>
          <a:xfrm>
            <a:off x="6184900" y="379700"/>
            <a:ext cx="26889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>
            <p:ph idx="2" type="pic"/>
          </p:nvPr>
        </p:nvSpPr>
        <p:spPr>
          <a:xfrm>
            <a:off x="274950" y="1545700"/>
            <a:ext cx="2096400" cy="49401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2"/>
          <p:cNvSpPr/>
          <p:nvPr/>
        </p:nvSpPr>
        <p:spPr>
          <a:xfrm>
            <a:off x="254710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74" name="Google Shape;174;p22"/>
          <p:cNvSpPr/>
          <p:nvPr/>
        </p:nvSpPr>
        <p:spPr>
          <a:xfrm>
            <a:off x="2547100" y="1553300"/>
            <a:ext cx="6326700" cy="49248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75" name="Google Shape;175;p22"/>
          <p:cNvSpPr/>
          <p:nvPr/>
        </p:nvSpPr>
        <p:spPr>
          <a:xfrm>
            <a:off x="274950" y="379700"/>
            <a:ext cx="2096400" cy="93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76" name="Google Shape;176;p22"/>
          <p:cNvSpPr txBox="1"/>
          <p:nvPr/>
        </p:nvSpPr>
        <p:spPr>
          <a:xfrm>
            <a:off x="2840350" y="1885467"/>
            <a:ext cx="5740200" cy="42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2845275" y="1882867"/>
            <a:ext cx="5732400" cy="4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22"/>
          <p:cNvSpPr txBox="1"/>
          <p:nvPr>
            <p:ph type="title"/>
          </p:nvPr>
        </p:nvSpPr>
        <p:spPr>
          <a:xfrm>
            <a:off x="254710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79" name="Google Shape;179;p22"/>
          <p:cNvSpPr txBox="1"/>
          <p:nvPr>
            <p:ph idx="3" type="subTitle"/>
          </p:nvPr>
        </p:nvSpPr>
        <p:spPr>
          <a:xfrm>
            <a:off x="274950" y="379700"/>
            <a:ext cx="20964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>
            <p:ph idx="2" type="pic"/>
          </p:nvPr>
        </p:nvSpPr>
        <p:spPr>
          <a:xfrm>
            <a:off x="2547100" y="1545700"/>
            <a:ext cx="6326700" cy="49401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496375" y="1836267"/>
            <a:ext cx="1663800" cy="43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83" name="Google Shape;183;p23"/>
          <p:cNvSpPr/>
          <p:nvPr/>
        </p:nvSpPr>
        <p:spPr>
          <a:xfrm>
            <a:off x="254710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84" name="Google Shape;184;p23"/>
          <p:cNvSpPr/>
          <p:nvPr/>
        </p:nvSpPr>
        <p:spPr>
          <a:xfrm>
            <a:off x="274950" y="379700"/>
            <a:ext cx="2096400" cy="93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85" name="Google Shape;185;p23"/>
          <p:cNvSpPr txBox="1"/>
          <p:nvPr>
            <p:ph type="title"/>
          </p:nvPr>
        </p:nvSpPr>
        <p:spPr>
          <a:xfrm>
            <a:off x="254710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86" name="Google Shape;186;p23"/>
          <p:cNvSpPr txBox="1"/>
          <p:nvPr>
            <p:ph idx="3" type="subTitle"/>
          </p:nvPr>
        </p:nvSpPr>
        <p:spPr>
          <a:xfrm>
            <a:off x="274950" y="379700"/>
            <a:ext cx="20964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>
            <p:ph idx="2" type="pic"/>
          </p:nvPr>
        </p:nvSpPr>
        <p:spPr>
          <a:xfrm>
            <a:off x="4672600" y="1545700"/>
            <a:ext cx="4201200" cy="49401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496375" y="1836267"/>
            <a:ext cx="3772800" cy="43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90" name="Google Shape;190;p24"/>
          <p:cNvSpPr/>
          <p:nvPr/>
        </p:nvSpPr>
        <p:spPr>
          <a:xfrm>
            <a:off x="254710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91" name="Google Shape;191;p24"/>
          <p:cNvSpPr/>
          <p:nvPr/>
        </p:nvSpPr>
        <p:spPr>
          <a:xfrm>
            <a:off x="274950" y="379700"/>
            <a:ext cx="2096400" cy="93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92" name="Google Shape;192;p24"/>
          <p:cNvSpPr txBox="1"/>
          <p:nvPr>
            <p:ph type="title"/>
          </p:nvPr>
        </p:nvSpPr>
        <p:spPr>
          <a:xfrm>
            <a:off x="254710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93" name="Google Shape;193;p24"/>
          <p:cNvSpPr txBox="1"/>
          <p:nvPr>
            <p:ph idx="3" type="subTitle"/>
          </p:nvPr>
        </p:nvSpPr>
        <p:spPr>
          <a:xfrm>
            <a:off x="274950" y="379700"/>
            <a:ext cx="20964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>
            <p:ph idx="2" type="pic"/>
          </p:nvPr>
        </p:nvSpPr>
        <p:spPr>
          <a:xfrm>
            <a:off x="6777400" y="1545700"/>
            <a:ext cx="2096400" cy="49401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5"/>
          <p:cNvSpPr/>
          <p:nvPr/>
        </p:nvSpPr>
        <p:spPr>
          <a:xfrm>
            <a:off x="274950" y="1553300"/>
            <a:ext cx="6326700" cy="49248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545275" y="1761700"/>
            <a:ext cx="57954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98" name="Google Shape;198;p25"/>
          <p:cNvSpPr/>
          <p:nvPr/>
        </p:nvSpPr>
        <p:spPr>
          <a:xfrm>
            <a:off x="27495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99" name="Google Shape;199;p25"/>
          <p:cNvSpPr/>
          <p:nvPr/>
        </p:nvSpPr>
        <p:spPr>
          <a:xfrm>
            <a:off x="6777400" y="379700"/>
            <a:ext cx="2096400" cy="93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200" name="Google Shape;200;p25"/>
          <p:cNvSpPr txBox="1"/>
          <p:nvPr>
            <p:ph type="title"/>
          </p:nvPr>
        </p:nvSpPr>
        <p:spPr>
          <a:xfrm>
            <a:off x="27495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01" name="Google Shape;201;p25"/>
          <p:cNvSpPr txBox="1"/>
          <p:nvPr>
            <p:ph idx="3" type="subTitle"/>
          </p:nvPr>
        </p:nvSpPr>
        <p:spPr>
          <a:xfrm>
            <a:off x="6777400" y="379700"/>
            <a:ext cx="20964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>
            <p:ph idx="2" type="pic"/>
          </p:nvPr>
        </p:nvSpPr>
        <p:spPr>
          <a:xfrm>
            <a:off x="274950" y="379700"/>
            <a:ext cx="2096400" cy="49401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6"/>
          <p:cNvSpPr/>
          <p:nvPr/>
        </p:nvSpPr>
        <p:spPr>
          <a:xfrm>
            <a:off x="2547100" y="1553300"/>
            <a:ext cx="6326700" cy="49248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2819407" y="1764292"/>
            <a:ext cx="57954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6" name="Google Shape;206;p26"/>
          <p:cNvSpPr/>
          <p:nvPr/>
        </p:nvSpPr>
        <p:spPr>
          <a:xfrm>
            <a:off x="254710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7" name="Google Shape;207;p26"/>
          <p:cNvSpPr/>
          <p:nvPr/>
        </p:nvSpPr>
        <p:spPr>
          <a:xfrm>
            <a:off x="274950" y="5538900"/>
            <a:ext cx="2096400" cy="93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254710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09" name="Google Shape;209;p26"/>
          <p:cNvSpPr txBox="1"/>
          <p:nvPr>
            <p:ph idx="3" type="subTitle"/>
          </p:nvPr>
        </p:nvSpPr>
        <p:spPr>
          <a:xfrm>
            <a:off x="274950" y="5538900"/>
            <a:ext cx="20964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/>
          <p:nvPr/>
        </p:nvSpPr>
        <p:spPr>
          <a:xfrm>
            <a:off x="274950" y="1553300"/>
            <a:ext cx="6326700" cy="49248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559275" y="1781267"/>
            <a:ext cx="5760300" cy="42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3" name="Google Shape;213;p27"/>
          <p:cNvSpPr/>
          <p:nvPr>
            <p:ph idx="2" type="pic"/>
          </p:nvPr>
        </p:nvSpPr>
        <p:spPr>
          <a:xfrm>
            <a:off x="6777400" y="379700"/>
            <a:ext cx="2096400" cy="49401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7"/>
          <p:cNvSpPr/>
          <p:nvPr/>
        </p:nvSpPr>
        <p:spPr>
          <a:xfrm>
            <a:off x="27495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5" name="Google Shape;215;p27"/>
          <p:cNvSpPr/>
          <p:nvPr/>
        </p:nvSpPr>
        <p:spPr>
          <a:xfrm>
            <a:off x="6777400" y="5538900"/>
            <a:ext cx="2096400" cy="939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216" name="Google Shape;216;p27"/>
          <p:cNvSpPr txBox="1"/>
          <p:nvPr>
            <p:ph type="title"/>
          </p:nvPr>
        </p:nvSpPr>
        <p:spPr>
          <a:xfrm>
            <a:off x="27495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7" name="Google Shape;217;p27"/>
          <p:cNvSpPr txBox="1"/>
          <p:nvPr>
            <p:ph idx="3" type="subTitle"/>
          </p:nvPr>
        </p:nvSpPr>
        <p:spPr>
          <a:xfrm>
            <a:off x="6777400" y="5538900"/>
            <a:ext cx="20964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/>
          <p:nvPr/>
        </p:nvSpPr>
        <p:spPr>
          <a:xfrm>
            <a:off x="4672650" y="1797500"/>
            <a:ext cx="4201200" cy="46809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4901050" y="2004967"/>
            <a:ext cx="3768000" cy="4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1" name="Google Shape;221;p28"/>
          <p:cNvSpPr/>
          <p:nvPr/>
        </p:nvSpPr>
        <p:spPr>
          <a:xfrm>
            <a:off x="274950" y="1797500"/>
            <a:ext cx="4201200" cy="4680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2" name="Google Shape;222;p28"/>
          <p:cNvSpPr txBox="1"/>
          <p:nvPr>
            <p:ph idx="2" type="body"/>
          </p:nvPr>
        </p:nvSpPr>
        <p:spPr>
          <a:xfrm>
            <a:off x="503350" y="2004967"/>
            <a:ext cx="3768000" cy="4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3" name="Google Shape;223;p28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4" name="Google Shape;224;p28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4672650" y="1797500"/>
            <a:ext cx="4201200" cy="46809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4889250" y="2004967"/>
            <a:ext cx="3768000" cy="4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29"/>
          <p:cNvSpPr/>
          <p:nvPr>
            <p:ph idx="2" type="pic"/>
          </p:nvPr>
        </p:nvSpPr>
        <p:spPr>
          <a:xfrm>
            <a:off x="274950" y="1802967"/>
            <a:ext cx="4201200" cy="4680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9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30" name="Google Shape;230;p29"/>
          <p:cNvSpPr/>
          <p:nvPr/>
        </p:nvSpPr>
        <p:spPr>
          <a:xfrm>
            <a:off x="7318600" y="146433"/>
            <a:ext cx="1705500" cy="527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231" name="Google Shape;231;p29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32" name="Google Shape;232;p29"/>
          <p:cNvSpPr txBox="1"/>
          <p:nvPr>
            <p:ph idx="3" type="subTitle"/>
          </p:nvPr>
        </p:nvSpPr>
        <p:spPr>
          <a:xfrm>
            <a:off x="7318600" y="146433"/>
            <a:ext cx="17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>
            <p:ph idx="2" type="pic"/>
          </p:nvPr>
        </p:nvSpPr>
        <p:spPr>
          <a:xfrm>
            <a:off x="6777400" y="1802967"/>
            <a:ext cx="2096400" cy="46809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30"/>
          <p:cNvSpPr/>
          <p:nvPr/>
        </p:nvSpPr>
        <p:spPr>
          <a:xfrm>
            <a:off x="274950" y="1797500"/>
            <a:ext cx="6285900" cy="46809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494800" y="2004967"/>
            <a:ext cx="5837700" cy="4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37" name="Google Shape;237;p30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0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1134750" y="5754033"/>
            <a:ext cx="5434200" cy="724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274950" y="1797433"/>
            <a:ext cx="6693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243" name="Google Shape;243;p31"/>
          <p:cNvSpPr/>
          <p:nvPr/>
        </p:nvSpPr>
        <p:spPr>
          <a:xfrm>
            <a:off x="274950" y="3782700"/>
            <a:ext cx="6693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244" name="Google Shape;244;p31"/>
          <p:cNvSpPr/>
          <p:nvPr/>
        </p:nvSpPr>
        <p:spPr>
          <a:xfrm>
            <a:off x="274950" y="5747100"/>
            <a:ext cx="669300" cy="724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245" name="Google Shape;245;p31"/>
          <p:cNvSpPr/>
          <p:nvPr/>
        </p:nvSpPr>
        <p:spPr>
          <a:xfrm>
            <a:off x="1134750" y="1784000"/>
            <a:ext cx="5434200" cy="17337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1134750" y="3769017"/>
            <a:ext cx="5434200" cy="17337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48" name="Google Shape;248;p31"/>
          <p:cNvSpPr txBox="1"/>
          <p:nvPr>
            <p:ph idx="1" type="subTitle"/>
          </p:nvPr>
        </p:nvSpPr>
        <p:spPr>
          <a:xfrm flipH="1">
            <a:off x="-172350" y="1797430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2" type="subTitle"/>
          </p:nvPr>
        </p:nvSpPr>
        <p:spPr>
          <a:xfrm flipH="1">
            <a:off x="-172350" y="3772263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50" name="Google Shape;250;p31"/>
          <p:cNvSpPr txBox="1"/>
          <p:nvPr>
            <p:ph idx="3" type="subTitle"/>
          </p:nvPr>
        </p:nvSpPr>
        <p:spPr>
          <a:xfrm flipH="1">
            <a:off x="-172350" y="575399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1134750" y="1797433"/>
            <a:ext cx="5434200" cy="17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5" type="body"/>
          </p:nvPr>
        </p:nvSpPr>
        <p:spPr>
          <a:xfrm>
            <a:off x="1134750" y="3775717"/>
            <a:ext cx="5434200" cy="17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3" name="Google Shape;253;p31"/>
          <p:cNvSpPr txBox="1"/>
          <p:nvPr>
            <p:ph idx="6" type="body"/>
          </p:nvPr>
        </p:nvSpPr>
        <p:spPr>
          <a:xfrm>
            <a:off x="1134750" y="5747083"/>
            <a:ext cx="54342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1"/>
          <p:cNvSpPr/>
          <p:nvPr>
            <p:ph idx="7" type="pic"/>
          </p:nvPr>
        </p:nvSpPr>
        <p:spPr>
          <a:xfrm>
            <a:off x="6777400" y="1802967"/>
            <a:ext cx="2096400" cy="46809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/>
          <p:nvPr>
            <p:ph idx="2" type="pic"/>
          </p:nvPr>
        </p:nvSpPr>
        <p:spPr>
          <a:xfrm>
            <a:off x="274950" y="379967"/>
            <a:ext cx="8598900" cy="21645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32"/>
          <p:cNvSpPr/>
          <p:nvPr>
            <p:ph idx="3" type="pic"/>
          </p:nvPr>
        </p:nvSpPr>
        <p:spPr>
          <a:xfrm>
            <a:off x="274950" y="4313633"/>
            <a:ext cx="8598900" cy="21645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2"/>
          <p:cNvSpPr/>
          <p:nvPr/>
        </p:nvSpPr>
        <p:spPr>
          <a:xfrm>
            <a:off x="274950" y="28594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 txBox="1"/>
          <p:nvPr>
            <p:ph type="title"/>
          </p:nvPr>
        </p:nvSpPr>
        <p:spPr>
          <a:xfrm>
            <a:off x="272650" y="2919029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/>
          <p:nvPr>
            <p:ph idx="2" type="pic"/>
          </p:nvPr>
        </p:nvSpPr>
        <p:spPr>
          <a:xfrm>
            <a:off x="274950" y="4313633"/>
            <a:ext cx="4191900" cy="21645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3"/>
          <p:cNvSpPr/>
          <p:nvPr/>
        </p:nvSpPr>
        <p:spPr>
          <a:xfrm>
            <a:off x="274950" y="28594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681900" y="4313629"/>
            <a:ext cx="4191900" cy="21645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64" name="Google Shape;264;p33"/>
          <p:cNvSpPr txBox="1"/>
          <p:nvPr>
            <p:ph type="title"/>
          </p:nvPr>
        </p:nvSpPr>
        <p:spPr>
          <a:xfrm>
            <a:off x="272650" y="2919029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5" name="Google Shape;265;p33"/>
          <p:cNvSpPr txBox="1"/>
          <p:nvPr>
            <p:ph idx="1" type="subTitle"/>
          </p:nvPr>
        </p:nvSpPr>
        <p:spPr>
          <a:xfrm>
            <a:off x="4681900" y="4313633"/>
            <a:ext cx="4191900" cy="21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3"/>
          <p:cNvSpPr/>
          <p:nvPr>
            <p:ph idx="3" type="pic"/>
          </p:nvPr>
        </p:nvSpPr>
        <p:spPr>
          <a:xfrm>
            <a:off x="274950" y="379967"/>
            <a:ext cx="8598900" cy="21645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>
            <a:off x="274950" y="2004294"/>
            <a:ext cx="8598900" cy="2161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274950" y="4367886"/>
            <a:ext cx="8598900" cy="4761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71" name="Google Shape;271;p35"/>
          <p:cNvSpPr txBox="1"/>
          <p:nvPr>
            <p:ph type="title"/>
          </p:nvPr>
        </p:nvSpPr>
        <p:spPr>
          <a:xfrm>
            <a:off x="274725" y="2041600"/>
            <a:ext cx="8598900" cy="21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272" name="Google Shape;272;p35"/>
          <p:cNvSpPr txBox="1"/>
          <p:nvPr>
            <p:ph idx="1" type="subTitle"/>
          </p:nvPr>
        </p:nvSpPr>
        <p:spPr>
          <a:xfrm>
            <a:off x="279625" y="4377683"/>
            <a:ext cx="8598900" cy="4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/>
          <p:nvPr/>
        </p:nvSpPr>
        <p:spPr>
          <a:xfrm>
            <a:off x="274950" y="2004294"/>
            <a:ext cx="8598900" cy="216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/>
          <p:cNvSpPr txBox="1"/>
          <p:nvPr>
            <p:ph type="title"/>
          </p:nvPr>
        </p:nvSpPr>
        <p:spPr>
          <a:xfrm>
            <a:off x="339150" y="2041600"/>
            <a:ext cx="8470500" cy="21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/>
          <p:nvPr/>
        </p:nvSpPr>
        <p:spPr>
          <a:xfrm>
            <a:off x="274950" y="1553300"/>
            <a:ext cx="6326700" cy="49248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545275" y="1761700"/>
            <a:ext cx="57954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9" name="Google Shape;279;p37"/>
          <p:cNvSpPr/>
          <p:nvPr/>
        </p:nvSpPr>
        <p:spPr>
          <a:xfrm>
            <a:off x="27495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27495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/>
          <p:nvPr/>
        </p:nvSpPr>
        <p:spPr>
          <a:xfrm>
            <a:off x="274950" y="2004294"/>
            <a:ext cx="8598900" cy="2161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8"/>
          <p:cNvSpPr txBox="1"/>
          <p:nvPr>
            <p:ph type="title"/>
          </p:nvPr>
        </p:nvSpPr>
        <p:spPr>
          <a:xfrm>
            <a:off x="339150" y="2041600"/>
            <a:ext cx="8470500" cy="21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/>
          <p:nvPr/>
        </p:nvSpPr>
        <p:spPr>
          <a:xfrm>
            <a:off x="274950" y="2106900"/>
            <a:ext cx="6326700" cy="43713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545275" y="2270733"/>
            <a:ext cx="57954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7" name="Google Shape;287;p39"/>
          <p:cNvSpPr/>
          <p:nvPr/>
        </p:nvSpPr>
        <p:spPr>
          <a:xfrm>
            <a:off x="27495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88" name="Google Shape;288;p39"/>
          <p:cNvSpPr txBox="1"/>
          <p:nvPr>
            <p:ph type="title"/>
          </p:nvPr>
        </p:nvSpPr>
        <p:spPr>
          <a:xfrm>
            <a:off x="27495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89" name="Google Shape;289;p39"/>
          <p:cNvSpPr/>
          <p:nvPr/>
        </p:nvSpPr>
        <p:spPr>
          <a:xfrm>
            <a:off x="274950" y="1470000"/>
            <a:ext cx="6326700" cy="4761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90" name="Google Shape;290;p39"/>
          <p:cNvSpPr txBox="1"/>
          <p:nvPr>
            <p:ph idx="2" type="subTitle"/>
          </p:nvPr>
        </p:nvSpPr>
        <p:spPr>
          <a:xfrm>
            <a:off x="327025" y="1479800"/>
            <a:ext cx="6231900" cy="4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/>
          <p:nvPr/>
        </p:nvSpPr>
        <p:spPr>
          <a:xfrm>
            <a:off x="274950" y="2004294"/>
            <a:ext cx="8598900" cy="2161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0"/>
          <p:cNvSpPr txBox="1"/>
          <p:nvPr>
            <p:ph type="title"/>
          </p:nvPr>
        </p:nvSpPr>
        <p:spPr>
          <a:xfrm>
            <a:off x="339150" y="2041600"/>
            <a:ext cx="8470500" cy="21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/>
          <p:nvPr/>
        </p:nvSpPr>
        <p:spPr>
          <a:xfrm>
            <a:off x="273650" y="24389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6" name="Google Shape;296;p41"/>
          <p:cNvSpPr txBox="1"/>
          <p:nvPr>
            <p:ph type="title"/>
          </p:nvPr>
        </p:nvSpPr>
        <p:spPr>
          <a:xfrm>
            <a:off x="271350" y="24953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97" name="Google Shape;297;p41"/>
          <p:cNvSpPr/>
          <p:nvPr/>
        </p:nvSpPr>
        <p:spPr>
          <a:xfrm>
            <a:off x="273756" y="3849500"/>
            <a:ext cx="85989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8" name="Google Shape;298;p41"/>
          <p:cNvSpPr txBox="1"/>
          <p:nvPr>
            <p:ph idx="1" type="subTitle"/>
          </p:nvPr>
        </p:nvSpPr>
        <p:spPr>
          <a:xfrm>
            <a:off x="273650" y="3890067"/>
            <a:ext cx="85989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idx="1" type="body"/>
          </p:nvPr>
        </p:nvSpPr>
        <p:spPr>
          <a:xfrm>
            <a:off x="545275" y="1761700"/>
            <a:ext cx="57954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545275" y="1761700"/>
            <a:ext cx="57954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3" name="Google Shape;303;p43"/>
          <p:cNvSpPr/>
          <p:nvPr/>
        </p:nvSpPr>
        <p:spPr>
          <a:xfrm>
            <a:off x="274950" y="379700"/>
            <a:ext cx="6326700" cy="9393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304" name="Google Shape;304;p43"/>
          <p:cNvSpPr txBox="1"/>
          <p:nvPr>
            <p:ph type="title"/>
          </p:nvPr>
        </p:nvSpPr>
        <p:spPr>
          <a:xfrm>
            <a:off x="274950" y="436167"/>
            <a:ext cx="63267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4"/>
          <p:cNvSpPr/>
          <p:nvPr/>
        </p:nvSpPr>
        <p:spPr>
          <a:xfrm>
            <a:off x="272650" y="1797500"/>
            <a:ext cx="8601300" cy="679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08" name="Google Shape;308;p44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09" name="Google Shape;309;p44"/>
          <p:cNvSpPr txBox="1"/>
          <p:nvPr>
            <p:ph idx="1" type="subTitle"/>
          </p:nvPr>
        </p:nvSpPr>
        <p:spPr>
          <a:xfrm>
            <a:off x="272650" y="1833540"/>
            <a:ext cx="8601300" cy="6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44"/>
          <p:cNvSpPr/>
          <p:nvPr/>
        </p:nvSpPr>
        <p:spPr>
          <a:xfrm>
            <a:off x="272650" y="2619953"/>
            <a:ext cx="8601300" cy="679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11" name="Google Shape;311;p44"/>
          <p:cNvSpPr txBox="1"/>
          <p:nvPr>
            <p:ph idx="2" type="subTitle"/>
          </p:nvPr>
        </p:nvSpPr>
        <p:spPr>
          <a:xfrm>
            <a:off x="272650" y="2655993"/>
            <a:ext cx="8601300" cy="6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2" name="Google Shape;312;p44"/>
          <p:cNvSpPr/>
          <p:nvPr/>
        </p:nvSpPr>
        <p:spPr>
          <a:xfrm>
            <a:off x="272650" y="3442406"/>
            <a:ext cx="8601300" cy="679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13" name="Google Shape;313;p44"/>
          <p:cNvSpPr txBox="1"/>
          <p:nvPr>
            <p:ph idx="3" type="subTitle"/>
          </p:nvPr>
        </p:nvSpPr>
        <p:spPr>
          <a:xfrm>
            <a:off x="272650" y="3478446"/>
            <a:ext cx="8601300" cy="6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4" name="Google Shape;314;p44"/>
          <p:cNvSpPr/>
          <p:nvPr/>
        </p:nvSpPr>
        <p:spPr>
          <a:xfrm>
            <a:off x="272650" y="4264859"/>
            <a:ext cx="8601300" cy="679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15" name="Google Shape;315;p44"/>
          <p:cNvSpPr txBox="1"/>
          <p:nvPr>
            <p:ph idx="4" type="subTitle"/>
          </p:nvPr>
        </p:nvSpPr>
        <p:spPr>
          <a:xfrm>
            <a:off x="272650" y="4300899"/>
            <a:ext cx="8601300" cy="6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6" name="Google Shape;316;p44"/>
          <p:cNvSpPr/>
          <p:nvPr/>
        </p:nvSpPr>
        <p:spPr>
          <a:xfrm>
            <a:off x="272650" y="5087312"/>
            <a:ext cx="8601300" cy="679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17" name="Google Shape;317;p44"/>
          <p:cNvSpPr txBox="1"/>
          <p:nvPr>
            <p:ph idx="5" type="subTitle"/>
          </p:nvPr>
        </p:nvSpPr>
        <p:spPr>
          <a:xfrm>
            <a:off x="272650" y="5123352"/>
            <a:ext cx="8601300" cy="6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8" name="Google Shape;318;p44"/>
          <p:cNvSpPr/>
          <p:nvPr/>
        </p:nvSpPr>
        <p:spPr>
          <a:xfrm>
            <a:off x="272650" y="5909765"/>
            <a:ext cx="8601300" cy="6795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19" name="Google Shape;319;p44"/>
          <p:cNvSpPr txBox="1"/>
          <p:nvPr>
            <p:ph idx="6" type="subTitle"/>
          </p:nvPr>
        </p:nvSpPr>
        <p:spPr>
          <a:xfrm>
            <a:off x="272650" y="5945805"/>
            <a:ext cx="8601300" cy="6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/>
          <p:nvPr/>
        </p:nvSpPr>
        <p:spPr>
          <a:xfrm>
            <a:off x="4672650" y="1797500"/>
            <a:ext cx="4201200" cy="46809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45"/>
          <p:cNvSpPr txBox="1"/>
          <p:nvPr>
            <p:ph idx="1" type="body"/>
          </p:nvPr>
        </p:nvSpPr>
        <p:spPr>
          <a:xfrm>
            <a:off x="4889250" y="2004967"/>
            <a:ext cx="3768000" cy="4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3" name="Google Shape;323;p45"/>
          <p:cNvSpPr/>
          <p:nvPr>
            <p:ph idx="2" type="pic"/>
          </p:nvPr>
        </p:nvSpPr>
        <p:spPr>
          <a:xfrm>
            <a:off x="274950" y="1802967"/>
            <a:ext cx="4201200" cy="4680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5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5" name="Google Shape;325;p45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6"/>
          <p:cNvSpPr/>
          <p:nvPr/>
        </p:nvSpPr>
        <p:spPr>
          <a:xfrm>
            <a:off x="4672650" y="2594033"/>
            <a:ext cx="42012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46"/>
          <p:cNvSpPr txBox="1"/>
          <p:nvPr>
            <p:ph idx="1" type="body"/>
          </p:nvPr>
        </p:nvSpPr>
        <p:spPr>
          <a:xfrm>
            <a:off x="4901050" y="2855249"/>
            <a:ext cx="3768000" cy="31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9" name="Google Shape;329;p46"/>
          <p:cNvSpPr/>
          <p:nvPr/>
        </p:nvSpPr>
        <p:spPr>
          <a:xfrm>
            <a:off x="274950" y="2594033"/>
            <a:ext cx="42012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30" name="Google Shape;330;p46"/>
          <p:cNvSpPr txBox="1"/>
          <p:nvPr>
            <p:ph idx="2" type="body"/>
          </p:nvPr>
        </p:nvSpPr>
        <p:spPr>
          <a:xfrm>
            <a:off x="503350" y="2855249"/>
            <a:ext cx="3768000" cy="31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1" name="Google Shape;331;p46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2" name="Google Shape;332;p46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3" name="Google Shape;333;p46"/>
          <p:cNvSpPr/>
          <p:nvPr/>
        </p:nvSpPr>
        <p:spPr>
          <a:xfrm>
            <a:off x="275100" y="1790300"/>
            <a:ext cx="42012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34" name="Google Shape;334;p46"/>
          <p:cNvSpPr txBox="1"/>
          <p:nvPr>
            <p:ph idx="3" type="subTitle"/>
          </p:nvPr>
        </p:nvSpPr>
        <p:spPr>
          <a:xfrm>
            <a:off x="274950" y="1830867"/>
            <a:ext cx="42012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35" name="Google Shape;335;p46"/>
          <p:cNvSpPr/>
          <p:nvPr/>
        </p:nvSpPr>
        <p:spPr>
          <a:xfrm>
            <a:off x="4672725" y="1790300"/>
            <a:ext cx="42012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36" name="Google Shape;336;p46"/>
          <p:cNvSpPr txBox="1"/>
          <p:nvPr>
            <p:ph idx="4" type="subTitle"/>
          </p:nvPr>
        </p:nvSpPr>
        <p:spPr>
          <a:xfrm>
            <a:off x="4672575" y="1830867"/>
            <a:ext cx="42012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/>
          <p:nvPr/>
        </p:nvSpPr>
        <p:spPr>
          <a:xfrm>
            <a:off x="274950" y="2594033"/>
            <a:ext cx="27219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392094" y="2855249"/>
            <a:ext cx="2487600" cy="31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40" name="Google Shape;340;p47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42" name="Google Shape;342;p47"/>
          <p:cNvSpPr/>
          <p:nvPr/>
        </p:nvSpPr>
        <p:spPr>
          <a:xfrm>
            <a:off x="275047" y="1790300"/>
            <a:ext cx="27219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3" name="Google Shape;343;p47"/>
          <p:cNvSpPr txBox="1"/>
          <p:nvPr>
            <p:ph idx="2" type="subTitle"/>
          </p:nvPr>
        </p:nvSpPr>
        <p:spPr>
          <a:xfrm>
            <a:off x="274950" y="1830867"/>
            <a:ext cx="27219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44" name="Google Shape;344;p47"/>
          <p:cNvSpPr/>
          <p:nvPr/>
        </p:nvSpPr>
        <p:spPr>
          <a:xfrm>
            <a:off x="3211000" y="2594033"/>
            <a:ext cx="27219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5" name="Google Shape;345;p47"/>
          <p:cNvSpPr txBox="1"/>
          <p:nvPr>
            <p:ph idx="3" type="body"/>
          </p:nvPr>
        </p:nvSpPr>
        <p:spPr>
          <a:xfrm>
            <a:off x="3328144" y="2855249"/>
            <a:ext cx="2487600" cy="31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46" name="Google Shape;346;p47"/>
          <p:cNvSpPr/>
          <p:nvPr/>
        </p:nvSpPr>
        <p:spPr>
          <a:xfrm>
            <a:off x="3211097" y="1790300"/>
            <a:ext cx="27219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7" name="Google Shape;347;p47"/>
          <p:cNvSpPr txBox="1"/>
          <p:nvPr>
            <p:ph idx="4" type="subTitle"/>
          </p:nvPr>
        </p:nvSpPr>
        <p:spPr>
          <a:xfrm>
            <a:off x="3211000" y="1830867"/>
            <a:ext cx="27219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48" name="Google Shape;348;p47"/>
          <p:cNvSpPr/>
          <p:nvPr/>
        </p:nvSpPr>
        <p:spPr>
          <a:xfrm>
            <a:off x="6147150" y="2594033"/>
            <a:ext cx="27219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9" name="Google Shape;349;p47"/>
          <p:cNvSpPr txBox="1"/>
          <p:nvPr>
            <p:ph idx="5" type="body"/>
          </p:nvPr>
        </p:nvSpPr>
        <p:spPr>
          <a:xfrm>
            <a:off x="6264294" y="2855249"/>
            <a:ext cx="2487600" cy="31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0" name="Google Shape;350;p47"/>
          <p:cNvSpPr/>
          <p:nvPr/>
        </p:nvSpPr>
        <p:spPr>
          <a:xfrm>
            <a:off x="6147247" y="1790300"/>
            <a:ext cx="27219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1" name="Google Shape;351;p47"/>
          <p:cNvSpPr txBox="1"/>
          <p:nvPr>
            <p:ph idx="6" type="subTitle"/>
          </p:nvPr>
        </p:nvSpPr>
        <p:spPr>
          <a:xfrm>
            <a:off x="6147150" y="1830867"/>
            <a:ext cx="27219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/>
          <p:nvPr/>
        </p:nvSpPr>
        <p:spPr>
          <a:xfrm>
            <a:off x="274950" y="2594033"/>
            <a:ext cx="20595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4" name="Google Shape;354;p48"/>
          <p:cNvSpPr txBox="1"/>
          <p:nvPr>
            <p:ph idx="1" type="body"/>
          </p:nvPr>
        </p:nvSpPr>
        <p:spPr>
          <a:xfrm>
            <a:off x="363575" y="2798665"/>
            <a:ext cx="1881900" cy="35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5" name="Google Shape;355;p48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56" name="Google Shape;356;p48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57" name="Google Shape;357;p48"/>
          <p:cNvSpPr/>
          <p:nvPr/>
        </p:nvSpPr>
        <p:spPr>
          <a:xfrm>
            <a:off x="275024" y="1790300"/>
            <a:ext cx="20595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8" name="Google Shape;358;p48"/>
          <p:cNvSpPr txBox="1"/>
          <p:nvPr>
            <p:ph idx="2" type="subTitle"/>
          </p:nvPr>
        </p:nvSpPr>
        <p:spPr>
          <a:xfrm>
            <a:off x="274950" y="1830867"/>
            <a:ext cx="20595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59" name="Google Shape;359;p48"/>
          <p:cNvSpPr/>
          <p:nvPr/>
        </p:nvSpPr>
        <p:spPr>
          <a:xfrm>
            <a:off x="2454747" y="2594033"/>
            <a:ext cx="20595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0" name="Google Shape;360;p48"/>
          <p:cNvSpPr txBox="1"/>
          <p:nvPr>
            <p:ph idx="3" type="body"/>
          </p:nvPr>
        </p:nvSpPr>
        <p:spPr>
          <a:xfrm>
            <a:off x="2543370" y="2798665"/>
            <a:ext cx="1881900" cy="35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61" name="Google Shape;361;p48"/>
          <p:cNvSpPr/>
          <p:nvPr/>
        </p:nvSpPr>
        <p:spPr>
          <a:xfrm>
            <a:off x="2454820" y="1790300"/>
            <a:ext cx="20595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2" name="Google Shape;362;p48"/>
          <p:cNvSpPr txBox="1"/>
          <p:nvPr>
            <p:ph idx="4" type="subTitle"/>
          </p:nvPr>
        </p:nvSpPr>
        <p:spPr>
          <a:xfrm>
            <a:off x="2454747" y="1830867"/>
            <a:ext cx="20595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63" name="Google Shape;363;p48"/>
          <p:cNvSpPr/>
          <p:nvPr/>
        </p:nvSpPr>
        <p:spPr>
          <a:xfrm>
            <a:off x="4634609" y="2594033"/>
            <a:ext cx="20595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4" name="Google Shape;364;p48"/>
          <p:cNvSpPr txBox="1"/>
          <p:nvPr>
            <p:ph idx="5" type="body"/>
          </p:nvPr>
        </p:nvSpPr>
        <p:spPr>
          <a:xfrm>
            <a:off x="4723231" y="2798665"/>
            <a:ext cx="1881900" cy="35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65" name="Google Shape;365;p48"/>
          <p:cNvSpPr/>
          <p:nvPr/>
        </p:nvSpPr>
        <p:spPr>
          <a:xfrm>
            <a:off x="4634683" y="1790300"/>
            <a:ext cx="20595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6" name="Google Shape;366;p48"/>
          <p:cNvSpPr txBox="1"/>
          <p:nvPr>
            <p:ph idx="6" type="subTitle"/>
          </p:nvPr>
        </p:nvSpPr>
        <p:spPr>
          <a:xfrm>
            <a:off x="4634609" y="1830867"/>
            <a:ext cx="20595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67" name="Google Shape;367;p48"/>
          <p:cNvSpPr/>
          <p:nvPr/>
        </p:nvSpPr>
        <p:spPr>
          <a:xfrm>
            <a:off x="6814406" y="2594033"/>
            <a:ext cx="2059500" cy="38895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8" name="Google Shape;368;p48"/>
          <p:cNvSpPr txBox="1"/>
          <p:nvPr>
            <p:ph idx="7" type="body"/>
          </p:nvPr>
        </p:nvSpPr>
        <p:spPr>
          <a:xfrm>
            <a:off x="6903026" y="2798665"/>
            <a:ext cx="1881900" cy="35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69" name="Google Shape;369;p48"/>
          <p:cNvSpPr/>
          <p:nvPr/>
        </p:nvSpPr>
        <p:spPr>
          <a:xfrm>
            <a:off x="6814480" y="1790300"/>
            <a:ext cx="20595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70" name="Google Shape;370;p48"/>
          <p:cNvSpPr txBox="1"/>
          <p:nvPr>
            <p:ph idx="8" type="subTitle"/>
          </p:nvPr>
        </p:nvSpPr>
        <p:spPr>
          <a:xfrm>
            <a:off x="6814406" y="1830867"/>
            <a:ext cx="20595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/>
          <p:nvPr>
            <p:ph idx="2" type="pic"/>
          </p:nvPr>
        </p:nvSpPr>
        <p:spPr>
          <a:xfrm>
            <a:off x="274950" y="1802967"/>
            <a:ext cx="8598900" cy="4680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49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74" name="Google Shape;374;p49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/>
          <p:nvPr/>
        </p:nvSpPr>
        <p:spPr>
          <a:xfrm>
            <a:off x="4672650" y="4965267"/>
            <a:ext cx="4201200" cy="15051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77" name="Google Shape;377;p50"/>
          <p:cNvSpPr/>
          <p:nvPr/>
        </p:nvSpPr>
        <p:spPr>
          <a:xfrm>
            <a:off x="274950" y="4965267"/>
            <a:ext cx="4201200" cy="15051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78" name="Google Shape;378;p50"/>
          <p:cNvSpPr txBox="1"/>
          <p:nvPr>
            <p:ph idx="1" type="body"/>
          </p:nvPr>
        </p:nvSpPr>
        <p:spPr>
          <a:xfrm>
            <a:off x="392400" y="5105751"/>
            <a:ext cx="39876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9" name="Google Shape;379;p50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80" name="Google Shape;380;p50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81" name="Google Shape;381;p50"/>
          <p:cNvSpPr/>
          <p:nvPr/>
        </p:nvSpPr>
        <p:spPr>
          <a:xfrm>
            <a:off x="275100" y="1705467"/>
            <a:ext cx="42012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82" name="Google Shape;382;p50"/>
          <p:cNvSpPr txBox="1"/>
          <p:nvPr>
            <p:ph idx="2" type="subTitle"/>
          </p:nvPr>
        </p:nvSpPr>
        <p:spPr>
          <a:xfrm>
            <a:off x="274950" y="1746033"/>
            <a:ext cx="42012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3" name="Google Shape;383;p50"/>
          <p:cNvSpPr/>
          <p:nvPr/>
        </p:nvSpPr>
        <p:spPr>
          <a:xfrm>
            <a:off x="4672725" y="1705467"/>
            <a:ext cx="42012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84" name="Google Shape;384;p50"/>
          <p:cNvSpPr txBox="1"/>
          <p:nvPr>
            <p:ph idx="3" type="subTitle"/>
          </p:nvPr>
        </p:nvSpPr>
        <p:spPr>
          <a:xfrm>
            <a:off x="4672575" y="1746033"/>
            <a:ext cx="42012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5" name="Google Shape;385;p50"/>
          <p:cNvSpPr/>
          <p:nvPr>
            <p:ph idx="4" type="pic"/>
          </p:nvPr>
        </p:nvSpPr>
        <p:spPr>
          <a:xfrm>
            <a:off x="274950" y="2429567"/>
            <a:ext cx="4201200" cy="23811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50"/>
          <p:cNvSpPr txBox="1"/>
          <p:nvPr>
            <p:ph idx="5" type="body"/>
          </p:nvPr>
        </p:nvSpPr>
        <p:spPr>
          <a:xfrm>
            <a:off x="4779375" y="5105751"/>
            <a:ext cx="39876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7" name="Google Shape;387;p50"/>
          <p:cNvSpPr/>
          <p:nvPr>
            <p:ph idx="6" type="pic"/>
          </p:nvPr>
        </p:nvSpPr>
        <p:spPr>
          <a:xfrm>
            <a:off x="4672575" y="2429567"/>
            <a:ext cx="4201200" cy="23811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/>
          <p:nvPr/>
        </p:nvSpPr>
        <p:spPr>
          <a:xfrm>
            <a:off x="3185399" y="4965267"/>
            <a:ext cx="2780400" cy="15051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90" name="Google Shape;390;p51"/>
          <p:cNvSpPr/>
          <p:nvPr/>
        </p:nvSpPr>
        <p:spPr>
          <a:xfrm>
            <a:off x="274950" y="4965267"/>
            <a:ext cx="2780400" cy="15051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91" name="Google Shape;391;p51"/>
          <p:cNvSpPr txBox="1"/>
          <p:nvPr>
            <p:ph idx="1" type="body"/>
          </p:nvPr>
        </p:nvSpPr>
        <p:spPr>
          <a:xfrm>
            <a:off x="352680" y="5105751"/>
            <a:ext cx="26391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1"/>
          <p:cNvSpPr/>
          <p:nvPr/>
        </p:nvSpPr>
        <p:spPr>
          <a:xfrm>
            <a:off x="274950" y="379700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93" name="Google Shape;393;p51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94" name="Google Shape;394;p51"/>
          <p:cNvSpPr/>
          <p:nvPr/>
        </p:nvSpPr>
        <p:spPr>
          <a:xfrm>
            <a:off x="275049" y="1705467"/>
            <a:ext cx="27804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95" name="Google Shape;395;p51"/>
          <p:cNvSpPr txBox="1"/>
          <p:nvPr>
            <p:ph idx="2" type="subTitle"/>
          </p:nvPr>
        </p:nvSpPr>
        <p:spPr>
          <a:xfrm>
            <a:off x="274950" y="1746033"/>
            <a:ext cx="27804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6" name="Google Shape;396;p51"/>
          <p:cNvSpPr/>
          <p:nvPr/>
        </p:nvSpPr>
        <p:spPr>
          <a:xfrm>
            <a:off x="3185449" y="1705467"/>
            <a:ext cx="27804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97" name="Google Shape;397;p51"/>
          <p:cNvSpPr txBox="1"/>
          <p:nvPr>
            <p:ph idx="3" type="subTitle"/>
          </p:nvPr>
        </p:nvSpPr>
        <p:spPr>
          <a:xfrm>
            <a:off x="3185350" y="1746033"/>
            <a:ext cx="27804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8" name="Google Shape;398;p51"/>
          <p:cNvSpPr/>
          <p:nvPr>
            <p:ph idx="4" type="pic"/>
          </p:nvPr>
        </p:nvSpPr>
        <p:spPr>
          <a:xfrm>
            <a:off x="274950" y="2429567"/>
            <a:ext cx="2780400" cy="23811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51"/>
          <p:cNvSpPr txBox="1"/>
          <p:nvPr>
            <p:ph idx="5" type="body"/>
          </p:nvPr>
        </p:nvSpPr>
        <p:spPr>
          <a:xfrm>
            <a:off x="3256031" y="5105751"/>
            <a:ext cx="26391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0" name="Google Shape;400;p51"/>
          <p:cNvSpPr/>
          <p:nvPr>
            <p:ph idx="6" type="pic"/>
          </p:nvPr>
        </p:nvSpPr>
        <p:spPr>
          <a:xfrm>
            <a:off x="3185350" y="2429567"/>
            <a:ext cx="2780400" cy="23811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51"/>
          <p:cNvSpPr/>
          <p:nvPr/>
        </p:nvSpPr>
        <p:spPr>
          <a:xfrm>
            <a:off x="6095809" y="4965267"/>
            <a:ext cx="2780400" cy="15051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02" name="Google Shape;402;p51"/>
          <p:cNvSpPr/>
          <p:nvPr/>
        </p:nvSpPr>
        <p:spPr>
          <a:xfrm>
            <a:off x="6095859" y="1705467"/>
            <a:ext cx="2780400" cy="5697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03" name="Google Shape;403;p51"/>
          <p:cNvSpPr txBox="1"/>
          <p:nvPr>
            <p:ph idx="7" type="subTitle"/>
          </p:nvPr>
        </p:nvSpPr>
        <p:spPr>
          <a:xfrm>
            <a:off x="6095760" y="1746033"/>
            <a:ext cx="27804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4" name="Google Shape;404;p51"/>
          <p:cNvSpPr txBox="1"/>
          <p:nvPr>
            <p:ph idx="8" type="body"/>
          </p:nvPr>
        </p:nvSpPr>
        <p:spPr>
          <a:xfrm>
            <a:off x="6166441" y="5105751"/>
            <a:ext cx="26391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5" name="Google Shape;405;p51"/>
          <p:cNvSpPr/>
          <p:nvPr>
            <p:ph idx="9" type="pic"/>
          </p:nvPr>
        </p:nvSpPr>
        <p:spPr>
          <a:xfrm>
            <a:off x="6095760" y="2429567"/>
            <a:ext cx="2780400" cy="23811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/>
          <p:cNvSpPr/>
          <p:nvPr>
            <p:ph idx="2" type="pic"/>
          </p:nvPr>
        </p:nvSpPr>
        <p:spPr>
          <a:xfrm>
            <a:off x="274950" y="365000"/>
            <a:ext cx="8598900" cy="61281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/>
          <p:nvPr>
            <p:ph idx="2" type="pic"/>
          </p:nvPr>
        </p:nvSpPr>
        <p:spPr>
          <a:xfrm>
            <a:off x="7186900" y="1800183"/>
            <a:ext cx="1685700" cy="46809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53"/>
          <p:cNvSpPr/>
          <p:nvPr/>
        </p:nvSpPr>
        <p:spPr>
          <a:xfrm>
            <a:off x="273650" y="376917"/>
            <a:ext cx="8598900" cy="11391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11" name="Google Shape;411;p53"/>
          <p:cNvSpPr txBox="1"/>
          <p:nvPr>
            <p:ph type="title"/>
          </p:nvPr>
        </p:nvSpPr>
        <p:spPr>
          <a:xfrm>
            <a:off x="271350" y="433370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412" name="Google Shape;412;p53"/>
          <p:cNvSpPr/>
          <p:nvPr>
            <p:ph idx="3" type="pic"/>
          </p:nvPr>
        </p:nvSpPr>
        <p:spPr>
          <a:xfrm>
            <a:off x="273650" y="1800200"/>
            <a:ext cx="1636500" cy="2251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53"/>
          <p:cNvSpPr/>
          <p:nvPr>
            <p:ph idx="4" type="pic"/>
          </p:nvPr>
        </p:nvSpPr>
        <p:spPr>
          <a:xfrm>
            <a:off x="1998688" y="1800200"/>
            <a:ext cx="1636500" cy="2251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53"/>
          <p:cNvSpPr/>
          <p:nvPr>
            <p:ph idx="5" type="pic"/>
          </p:nvPr>
        </p:nvSpPr>
        <p:spPr>
          <a:xfrm>
            <a:off x="3723713" y="1800200"/>
            <a:ext cx="1636500" cy="2251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53"/>
          <p:cNvSpPr/>
          <p:nvPr>
            <p:ph idx="6" type="pic"/>
          </p:nvPr>
        </p:nvSpPr>
        <p:spPr>
          <a:xfrm>
            <a:off x="5455300" y="1800200"/>
            <a:ext cx="1636500" cy="2251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53"/>
          <p:cNvSpPr/>
          <p:nvPr>
            <p:ph idx="7" type="pic"/>
          </p:nvPr>
        </p:nvSpPr>
        <p:spPr>
          <a:xfrm>
            <a:off x="273650" y="4175767"/>
            <a:ext cx="1636500" cy="2305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53"/>
          <p:cNvSpPr/>
          <p:nvPr>
            <p:ph idx="8" type="pic"/>
          </p:nvPr>
        </p:nvSpPr>
        <p:spPr>
          <a:xfrm>
            <a:off x="1998688" y="4175767"/>
            <a:ext cx="1636500" cy="2305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53"/>
          <p:cNvSpPr/>
          <p:nvPr>
            <p:ph idx="9" type="pic"/>
          </p:nvPr>
        </p:nvSpPr>
        <p:spPr>
          <a:xfrm>
            <a:off x="3723713" y="4175767"/>
            <a:ext cx="1636500" cy="2305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53"/>
          <p:cNvSpPr/>
          <p:nvPr>
            <p:ph idx="13" type="pic"/>
          </p:nvPr>
        </p:nvSpPr>
        <p:spPr>
          <a:xfrm>
            <a:off x="5455300" y="4175767"/>
            <a:ext cx="1636500" cy="23052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3" name="Google Shape;423;p5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4" name="Google Shape;424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7" name="Google Shape;427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31" name="Google Shape;431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4" name="Google Shape;434;p5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5" name="Google Shape;435;p5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2" name="Google Shape;442;p6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1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6" name="Google Shape;446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2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0" name="Google Shape;450;p62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1" name="Google Shape;451;p62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52" name="Google Shape;452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5" name="Google Shape;455;p6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56" name="Google Shape;456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64"/>
          <p:cNvSpPr txBox="1"/>
          <p:nvPr>
            <p:ph idx="1" type="body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60" name="Google Shape;460;p64"/>
          <p:cNvSpPr/>
          <p:nvPr>
            <p:ph idx="2" type="pic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65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5" name="Google Shape;465;p65"/>
          <p:cNvSpPr txBox="1"/>
          <p:nvPr>
            <p:ph idx="1" type="body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66" name="Google Shape;466;p65"/>
          <p:cNvSpPr txBox="1"/>
          <p:nvPr>
            <p:ph idx="2" type="body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67" name="Google Shape;467;p65"/>
          <p:cNvSpPr txBox="1"/>
          <p:nvPr>
            <p:ph idx="3" type="subTitle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65"/>
          <p:cNvSpPr txBox="1"/>
          <p:nvPr>
            <p:ph idx="4" type="subTitle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66"/>
          <p:cNvSpPr txBox="1"/>
          <p:nvPr>
            <p:ph idx="1" type="body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72" name="Google Shape;472;p66"/>
          <p:cNvSpPr txBox="1"/>
          <p:nvPr>
            <p:ph idx="2" type="body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73" name="Google Shape;473;p66"/>
          <p:cNvSpPr txBox="1"/>
          <p:nvPr>
            <p:ph idx="3" type="body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74" name="Google Shape;474;p66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5" name="Google Shape;475;p66"/>
          <p:cNvSpPr txBox="1"/>
          <p:nvPr>
            <p:ph idx="4" type="subTitle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6" name="Google Shape;476;p66"/>
          <p:cNvSpPr txBox="1"/>
          <p:nvPr>
            <p:ph idx="5" type="subTitle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7" name="Google Shape;477;p66"/>
          <p:cNvSpPr txBox="1"/>
          <p:nvPr>
            <p:ph idx="6" type="subTitle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67"/>
          <p:cNvSpPr txBox="1"/>
          <p:nvPr>
            <p:ph idx="1" type="body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81" name="Google Shape;481;p67"/>
          <p:cNvSpPr txBox="1"/>
          <p:nvPr>
            <p:ph idx="2" type="body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82" name="Google Shape;482;p67"/>
          <p:cNvSpPr txBox="1"/>
          <p:nvPr>
            <p:ph idx="3" type="body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83" name="Google Shape;483;p67"/>
          <p:cNvSpPr txBox="1"/>
          <p:nvPr>
            <p:ph idx="4" type="body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84" name="Google Shape;484;p67"/>
          <p:cNvSpPr txBox="1"/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5" name="Google Shape;485;p67"/>
          <p:cNvSpPr txBox="1"/>
          <p:nvPr>
            <p:ph idx="5" type="subTitle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6" name="Google Shape;486;p67"/>
          <p:cNvSpPr txBox="1"/>
          <p:nvPr>
            <p:ph idx="6" type="subTitle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7" name="Google Shape;487;p67"/>
          <p:cNvSpPr txBox="1"/>
          <p:nvPr>
            <p:ph idx="7" type="subTitle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8" name="Google Shape;488;p67"/>
          <p:cNvSpPr txBox="1"/>
          <p:nvPr>
            <p:ph idx="8" type="subTitle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68"/>
          <p:cNvSpPr/>
          <p:nvPr>
            <p:ph idx="2" type="pic"/>
          </p:nvPr>
        </p:nvSpPr>
        <p:spPr>
          <a:xfrm>
            <a:off x="311700" y="1560567"/>
            <a:ext cx="85206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/>
          <p:nvPr>
            <p:ph idx="1" type="body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5" name="Google Shape;495;p69"/>
          <p:cNvSpPr/>
          <p:nvPr>
            <p:ph idx="2" type="pic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9"/>
          <p:cNvSpPr/>
          <p:nvPr>
            <p:ph idx="3" type="pic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69"/>
          <p:cNvSpPr txBox="1"/>
          <p:nvPr>
            <p:ph idx="4" type="body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8" name="Google Shape;498;p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9" name="Google Shape;499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9"/>
          <p:cNvSpPr txBox="1"/>
          <p:nvPr>
            <p:ph idx="5" type="subTitle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1" name="Google Shape;501;p69"/>
          <p:cNvSpPr txBox="1"/>
          <p:nvPr>
            <p:ph idx="6" type="subTitle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0"/>
          <p:cNvSpPr txBox="1"/>
          <p:nvPr>
            <p:ph idx="1" type="body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4" name="Google Shape;504;p70"/>
          <p:cNvSpPr/>
          <p:nvPr>
            <p:ph idx="2" type="pic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70"/>
          <p:cNvSpPr/>
          <p:nvPr>
            <p:ph idx="3" type="pic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70"/>
          <p:cNvSpPr txBox="1"/>
          <p:nvPr>
            <p:ph idx="4" type="body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7" name="Google Shape;507;p70"/>
          <p:cNvSpPr/>
          <p:nvPr>
            <p:ph idx="5" type="pic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70"/>
          <p:cNvSpPr txBox="1"/>
          <p:nvPr>
            <p:ph idx="6" type="body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9" name="Google Shape;509;p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0" name="Google Shape;510;p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1" name="Google Shape;511;p70"/>
          <p:cNvSpPr txBox="1"/>
          <p:nvPr>
            <p:ph idx="7" type="subTitle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2" name="Google Shape;512;p70"/>
          <p:cNvSpPr txBox="1"/>
          <p:nvPr>
            <p:ph idx="8" type="subTitle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3" name="Google Shape;513;p70"/>
          <p:cNvSpPr txBox="1"/>
          <p:nvPr>
            <p:ph idx="9" type="subTitle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1"/>
          <p:cNvSpPr/>
          <p:nvPr>
            <p:ph idx="2" type="pic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72"/>
          <p:cNvSpPr/>
          <p:nvPr>
            <p:ph idx="2" type="pic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72"/>
          <p:cNvSpPr/>
          <p:nvPr>
            <p:ph idx="3" type="pic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72"/>
          <p:cNvSpPr/>
          <p:nvPr>
            <p:ph idx="4" type="pic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72"/>
          <p:cNvSpPr/>
          <p:nvPr>
            <p:ph idx="5" type="pic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72"/>
          <p:cNvSpPr/>
          <p:nvPr>
            <p:ph idx="6" type="pic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72"/>
          <p:cNvSpPr/>
          <p:nvPr>
            <p:ph idx="7" type="pic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72"/>
          <p:cNvSpPr txBox="1"/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72"/>
          <p:cNvSpPr/>
          <p:nvPr>
            <p:ph idx="8" type="pic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72"/>
          <p:cNvSpPr/>
          <p:nvPr>
            <p:ph idx="9" type="pic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72"/>
          <p:cNvSpPr/>
          <p:nvPr>
            <p:ph idx="13" type="pic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60" Type="http://schemas.openxmlformats.org/officeDocument/2006/relationships/theme" Target="../theme/theme2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010150" y="2013367"/>
            <a:ext cx="55227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Erickpython/Task_Manager_API--BeTechified-Group1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3"/>
          <p:cNvSpPr txBox="1"/>
          <p:nvPr>
            <p:ph type="title"/>
          </p:nvPr>
        </p:nvSpPr>
        <p:spPr>
          <a:xfrm>
            <a:off x="274725" y="417018"/>
            <a:ext cx="8598900" cy="33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TASK MANAGER API </a:t>
            </a:r>
            <a:endParaRPr/>
          </a:p>
        </p:txBody>
      </p:sp>
      <p:sp>
        <p:nvSpPr>
          <p:cNvPr id="534" name="Google Shape;534;p73"/>
          <p:cNvSpPr txBox="1"/>
          <p:nvPr>
            <p:ph idx="1" type="subTitle"/>
          </p:nvPr>
        </p:nvSpPr>
        <p:spPr>
          <a:xfrm>
            <a:off x="274725" y="3961467"/>
            <a:ext cx="4213200" cy="17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BeTechified </a:t>
            </a:r>
            <a:endParaRPr sz="3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i="1" lang="en-US" sz="3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‘RESTful Backend Application’</a:t>
            </a:r>
            <a:endParaRPr i="1" sz="3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35" name="Google Shape;535;p73"/>
          <p:cNvSpPr txBox="1"/>
          <p:nvPr>
            <p:ph idx="2" type="subTitle"/>
          </p:nvPr>
        </p:nvSpPr>
        <p:spPr>
          <a:xfrm>
            <a:off x="210525" y="5886950"/>
            <a:ext cx="8731800" cy="660000"/>
          </a:xfrm>
          <a:prstGeom prst="rect">
            <a:avLst/>
          </a:prstGeom>
          <a:solidFill>
            <a:srgbClr val="D9D9D9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</a:rPr>
              <a:t>GitHub Repo: </a:t>
            </a:r>
            <a:r>
              <a:rPr lang="en-US" sz="16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https://github.com/Erickpython/Task_Manager_API--BeTechified-Group1</a:t>
            </a:r>
            <a:endParaRPr sz="1600">
              <a:solidFill>
                <a:srgbClr val="0000FF"/>
              </a:solidFill>
            </a:endParaRPr>
          </a:p>
        </p:txBody>
      </p:sp>
      <p:pic>
        <p:nvPicPr>
          <p:cNvPr id="536" name="Google Shape;536;p73" title="Github Repo.jpeg"/>
          <p:cNvPicPr preferRelativeResize="0"/>
          <p:nvPr/>
        </p:nvPicPr>
        <p:blipFill rotWithShape="1">
          <a:blip r:embed="rId4">
            <a:alphaModFix/>
          </a:blip>
          <a:srcRect b="12941" l="0" r="0" t="12934"/>
          <a:stretch/>
        </p:blipFill>
        <p:spPr>
          <a:xfrm>
            <a:off x="4672554" y="3967772"/>
            <a:ext cx="4201200" cy="1751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74" title="project Metadata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658" r="18664" t="0"/>
          <a:stretch/>
        </p:blipFill>
        <p:spPr>
          <a:xfrm>
            <a:off x="4618150" y="1789725"/>
            <a:ext cx="4400100" cy="4680900"/>
          </a:xfrm>
          <a:prstGeom prst="roundRect">
            <a:avLst>
              <a:gd fmla="val 16667" name="adj"/>
            </a:avLst>
          </a:prstGeom>
        </p:spPr>
      </p:pic>
      <p:sp>
        <p:nvSpPr>
          <p:cNvPr id="542" name="Google Shape;542;p74"/>
          <p:cNvSpPr txBox="1"/>
          <p:nvPr>
            <p:ph idx="1" type="body"/>
          </p:nvPr>
        </p:nvSpPr>
        <p:spPr>
          <a:xfrm>
            <a:off x="496350" y="1866225"/>
            <a:ext cx="3901800" cy="46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Build an API that lets users perform </a:t>
            </a: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(CRUD) tasks</a:t>
            </a: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: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 Medium"/>
              <a:buChar char="❖"/>
            </a:pP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Create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 Medium"/>
              <a:buChar char="❖"/>
            </a:pP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Read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 Medium"/>
              <a:buChar char="❖"/>
            </a:pP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Update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 Medium"/>
              <a:buChar char="❖"/>
            </a:pP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Delete. 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</a:t>
            </a:r>
            <a:r>
              <a:rPr lang="en-US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ach task should have a title, description, and status (pending/completed).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1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43" name="Google Shape;543;p74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5"/>
          <p:cNvSpPr txBox="1"/>
          <p:nvPr>
            <p:ph type="title"/>
          </p:nvPr>
        </p:nvSpPr>
        <p:spPr>
          <a:xfrm>
            <a:off x="272650" y="436153"/>
            <a:ext cx="86013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549" name="Google Shape;549;p75"/>
          <p:cNvSpPr txBox="1"/>
          <p:nvPr>
            <p:ph idx="1" type="subTitle"/>
          </p:nvPr>
        </p:nvSpPr>
        <p:spPr>
          <a:xfrm>
            <a:off x="1655875" y="1797433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0" name="Google Shape;550;p75"/>
          <p:cNvSpPr txBox="1"/>
          <p:nvPr>
            <p:ph idx="2" type="subTitle"/>
          </p:nvPr>
        </p:nvSpPr>
        <p:spPr>
          <a:xfrm>
            <a:off x="1655875" y="2790067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CRUD Operation - Create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1" name="Google Shape;551;p75"/>
          <p:cNvSpPr txBox="1"/>
          <p:nvPr>
            <p:ph idx="3" type="subTitle"/>
          </p:nvPr>
        </p:nvSpPr>
        <p:spPr>
          <a:xfrm>
            <a:off x="1655875" y="3782700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CRUD Operation - </a:t>
            </a:r>
            <a:r>
              <a:rPr lang="en-US">
                <a:solidFill>
                  <a:schemeClr val="dk1"/>
                </a:solidFill>
              </a:rPr>
              <a:t>Read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2" name="Google Shape;552;p75"/>
          <p:cNvSpPr txBox="1"/>
          <p:nvPr>
            <p:ph idx="4" type="subTitle"/>
          </p:nvPr>
        </p:nvSpPr>
        <p:spPr>
          <a:xfrm>
            <a:off x="1655875" y="4768367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CRUD Operation - </a:t>
            </a:r>
            <a:r>
              <a:rPr lang="en-US">
                <a:solidFill>
                  <a:schemeClr val="dk1"/>
                </a:solidFill>
              </a:rPr>
              <a:t>Update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3" name="Google Shape;553;p75"/>
          <p:cNvSpPr txBox="1"/>
          <p:nvPr>
            <p:ph idx="5" type="subTitle"/>
          </p:nvPr>
        </p:nvSpPr>
        <p:spPr>
          <a:xfrm>
            <a:off x="1655875" y="5754033"/>
            <a:ext cx="72180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CRUD Operation - </a:t>
            </a:r>
            <a:r>
              <a:rPr lang="en-US">
                <a:solidFill>
                  <a:schemeClr val="dk1"/>
                </a:solidFill>
              </a:rPr>
              <a:t>Delete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4" name="Google Shape;554;p75"/>
          <p:cNvSpPr txBox="1"/>
          <p:nvPr>
            <p:ph idx="6" type="subTitle"/>
          </p:nvPr>
        </p:nvSpPr>
        <p:spPr>
          <a:xfrm flipH="1">
            <a:off x="91975" y="182539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5" name="Google Shape;555;p75"/>
          <p:cNvSpPr txBox="1"/>
          <p:nvPr>
            <p:ph idx="7" type="subTitle"/>
          </p:nvPr>
        </p:nvSpPr>
        <p:spPr>
          <a:xfrm flipH="1">
            <a:off x="91975" y="2818063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6" name="Google Shape;556;p75"/>
          <p:cNvSpPr txBox="1"/>
          <p:nvPr>
            <p:ph idx="8" type="subTitle"/>
          </p:nvPr>
        </p:nvSpPr>
        <p:spPr>
          <a:xfrm flipH="1">
            <a:off x="91975" y="380544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7" name="Google Shape;557;p75"/>
          <p:cNvSpPr txBox="1"/>
          <p:nvPr>
            <p:ph idx="9" type="subTitle"/>
          </p:nvPr>
        </p:nvSpPr>
        <p:spPr>
          <a:xfrm flipH="1">
            <a:off x="91975" y="4790247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8" name="Google Shape;558;p75"/>
          <p:cNvSpPr txBox="1"/>
          <p:nvPr>
            <p:ph idx="13" type="subTitle"/>
          </p:nvPr>
        </p:nvSpPr>
        <p:spPr>
          <a:xfrm flipH="1">
            <a:off x="91975" y="5781980"/>
            <a:ext cx="1563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6"/>
          <p:cNvSpPr txBox="1"/>
          <p:nvPr>
            <p:ph type="title"/>
          </p:nvPr>
        </p:nvSpPr>
        <p:spPr>
          <a:xfrm>
            <a:off x="272650" y="436167"/>
            <a:ext cx="5719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CRUD Operation { Create }</a:t>
            </a:r>
            <a:endParaRPr sz="2700"/>
          </a:p>
        </p:txBody>
      </p:sp>
      <p:sp>
        <p:nvSpPr>
          <p:cNvPr id="564" name="Google Shape;564;p76"/>
          <p:cNvSpPr txBox="1"/>
          <p:nvPr>
            <p:ph idx="2" type="subTitle"/>
          </p:nvPr>
        </p:nvSpPr>
        <p:spPr>
          <a:xfrm>
            <a:off x="109150" y="146433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Section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5" name="Google Shape;565;p76"/>
          <p:cNvSpPr txBox="1"/>
          <p:nvPr>
            <p:ph idx="3" type="subTitle"/>
          </p:nvPr>
        </p:nvSpPr>
        <p:spPr>
          <a:xfrm>
            <a:off x="6184900" y="379700"/>
            <a:ext cx="26889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TASK MANAGER API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ENDPOINTS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66" name="Google Shape;566;p76" title="CREATE API Endpoint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1475"/>
            <a:ext cx="8886750" cy="51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7"/>
          <p:cNvSpPr txBox="1"/>
          <p:nvPr>
            <p:ph type="title"/>
          </p:nvPr>
        </p:nvSpPr>
        <p:spPr>
          <a:xfrm>
            <a:off x="272650" y="436167"/>
            <a:ext cx="5719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CRUD Operation { Read }</a:t>
            </a:r>
            <a:endParaRPr sz="2700"/>
          </a:p>
        </p:txBody>
      </p:sp>
      <p:sp>
        <p:nvSpPr>
          <p:cNvPr id="572" name="Google Shape;572;p77"/>
          <p:cNvSpPr txBox="1"/>
          <p:nvPr>
            <p:ph idx="2" type="subTitle"/>
          </p:nvPr>
        </p:nvSpPr>
        <p:spPr>
          <a:xfrm>
            <a:off x="109150" y="146433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Section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3" name="Google Shape;573;p77"/>
          <p:cNvSpPr txBox="1"/>
          <p:nvPr>
            <p:ph idx="3" type="subTitle"/>
          </p:nvPr>
        </p:nvSpPr>
        <p:spPr>
          <a:xfrm>
            <a:off x="6184900" y="379700"/>
            <a:ext cx="26889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TASK MANAGER API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ENDPOINTS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74" name="Google Shape;574;p77" title="READ API Endpoint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1475"/>
            <a:ext cx="8805101" cy="52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8"/>
          <p:cNvSpPr txBox="1"/>
          <p:nvPr>
            <p:ph type="title"/>
          </p:nvPr>
        </p:nvSpPr>
        <p:spPr>
          <a:xfrm>
            <a:off x="272650" y="436167"/>
            <a:ext cx="5719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CRUD Operation { Update }</a:t>
            </a:r>
            <a:endParaRPr sz="2700"/>
          </a:p>
        </p:txBody>
      </p:sp>
      <p:sp>
        <p:nvSpPr>
          <p:cNvPr id="580" name="Google Shape;580;p78"/>
          <p:cNvSpPr txBox="1"/>
          <p:nvPr>
            <p:ph idx="2" type="subTitle"/>
          </p:nvPr>
        </p:nvSpPr>
        <p:spPr>
          <a:xfrm>
            <a:off x="109150" y="146433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Section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1" name="Google Shape;581;p78"/>
          <p:cNvSpPr txBox="1"/>
          <p:nvPr>
            <p:ph idx="3" type="subTitle"/>
          </p:nvPr>
        </p:nvSpPr>
        <p:spPr>
          <a:xfrm>
            <a:off x="6184900" y="379700"/>
            <a:ext cx="26889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TASK MANAGER API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ENDPOINTS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82" name="Google Shape;582;p78" title="UPDATE API Endpoint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50" y="1471475"/>
            <a:ext cx="8954550" cy="51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9"/>
          <p:cNvSpPr txBox="1"/>
          <p:nvPr>
            <p:ph type="title"/>
          </p:nvPr>
        </p:nvSpPr>
        <p:spPr>
          <a:xfrm>
            <a:off x="272650" y="436167"/>
            <a:ext cx="5719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CRUD Operation { Delete }</a:t>
            </a:r>
            <a:endParaRPr sz="2700"/>
          </a:p>
        </p:txBody>
      </p:sp>
      <p:sp>
        <p:nvSpPr>
          <p:cNvPr id="588" name="Google Shape;588;p79"/>
          <p:cNvSpPr txBox="1"/>
          <p:nvPr>
            <p:ph idx="2" type="subTitle"/>
          </p:nvPr>
        </p:nvSpPr>
        <p:spPr>
          <a:xfrm>
            <a:off x="109150" y="146433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Section 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9" name="Google Shape;589;p79"/>
          <p:cNvSpPr txBox="1"/>
          <p:nvPr>
            <p:ph idx="3" type="subTitle"/>
          </p:nvPr>
        </p:nvSpPr>
        <p:spPr>
          <a:xfrm>
            <a:off x="6184900" y="379700"/>
            <a:ext cx="2688900" cy="9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TASK MANAGER API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ENDPOINTS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90" name="Google Shape;590;p79" title="DELETE API Endpoint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1475"/>
            <a:ext cx="8873375" cy="51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80"/>
          <p:cNvSpPr txBox="1"/>
          <p:nvPr>
            <p:ph idx="1" type="body"/>
          </p:nvPr>
        </p:nvSpPr>
        <p:spPr>
          <a:xfrm>
            <a:off x="347075" y="1536225"/>
            <a:ext cx="8747100" cy="4961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POST /tasks — Creates a new task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201}</a:t>
            </a:r>
            <a:endParaRPr sz="2000">
              <a:solidFill>
                <a:srgbClr val="00FF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Requires title and description  </a:t>
            </a:r>
            <a:r>
              <a:rPr lang="en-US" sz="2000">
                <a:solidFill>
                  <a:srgbClr val="FF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{error: 400}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Defaults status to Pending if not provided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Prevents creation of tasks with empty fields </a:t>
            </a:r>
            <a:r>
              <a:rPr lang="en-US" sz="2000">
                <a:solidFill>
                  <a:srgbClr val="FF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{error: 400}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●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Prevents duplicate tasks (same title &amp; status) </a:t>
            </a:r>
            <a:r>
              <a:rPr lang="en-US" sz="2000">
                <a:solidFill>
                  <a:srgbClr val="FF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{error: 409}</a:t>
            </a:r>
            <a:endParaRPr sz="2000">
              <a:solidFill>
                <a:srgbClr val="FF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GET /tasks — Retrieves all tasks 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GET /tasks/completed — Retrieves completed tasks 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GET /tasks/pending — Retrieves pending tasks 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GET /tasks/:id — Retrieves a task by ID 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PATCH /tasks/:id — Updates a task  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Sans Medium"/>
              <a:buChar char="❖"/>
            </a:pPr>
            <a:r>
              <a:rPr lang="en-US" sz="2000">
                <a:latin typeface="DM Sans Medium"/>
                <a:ea typeface="DM Sans Medium"/>
                <a:cs typeface="DM Sans Medium"/>
                <a:sym typeface="DM Sans Medium"/>
              </a:rPr>
              <a:t>DELETE /tasks/:id — Deletes a task by ID    </a:t>
            </a:r>
            <a:r>
              <a:rPr lang="en-US" sz="2000">
                <a:solidFill>
                  <a:srgbClr val="00FF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{status: 200}</a:t>
            </a:r>
            <a:endParaRPr sz="20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96" name="Google Shape;596;p80"/>
          <p:cNvSpPr txBox="1"/>
          <p:nvPr>
            <p:ph type="title"/>
          </p:nvPr>
        </p:nvSpPr>
        <p:spPr>
          <a:xfrm>
            <a:off x="272650" y="405822"/>
            <a:ext cx="57192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597" name="Google Shape;597;p80"/>
          <p:cNvSpPr txBox="1"/>
          <p:nvPr>
            <p:ph idx="2" type="subTitle"/>
          </p:nvPr>
        </p:nvSpPr>
        <p:spPr>
          <a:xfrm>
            <a:off x="109150" y="47812"/>
            <a:ext cx="101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5</a:t>
            </a:r>
            <a:endParaRPr/>
          </a:p>
        </p:txBody>
      </p:sp>
      <p:sp>
        <p:nvSpPr>
          <p:cNvPr id="598" name="Google Shape;598;p80"/>
          <p:cNvSpPr txBox="1"/>
          <p:nvPr>
            <p:ph idx="3" type="subTitle"/>
          </p:nvPr>
        </p:nvSpPr>
        <p:spPr>
          <a:xfrm>
            <a:off x="6184900" y="379700"/>
            <a:ext cx="2719500" cy="8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TASK MANAGER API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ENDPOINTS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